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-1371600"/>
            <a:ext cx="4572000" cy="4572000"/>
          </a:xfrm>
          <a:prstGeom prst="ellipse">
            <a:avLst/>
          </a:prstGeom>
          <a:solidFill>
            <a:srgbClr val="7B2FBE">
              <a:alpha val="15000"/>
            </a:srgbClr>
          </a:solidFill>
          <a:ln w="12700">
            <a:solidFill>
              <a:srgbClr val="7B2FBE">
                <a:alpha val="3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457200"/>
            <a:ext cx="3108960" cy="1746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02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BUILDER  |  HOLDING DE DADOS SAAS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84124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VANGUARD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457200" y="1883664"/>
            <a:ext cx="4572000" cy="36576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99339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que devia existir,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 em 5 dias.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57200" y="3127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Orquestrada  |  Metodologia Quadrilateral IAH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vanguard.tech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a Vanguard?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0" y="292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977640" cy="3749040"/>
          </a:xfrm>
          <a:prstGeom prst="rect">
            <a:avLst/>
          </a:prstGeom>
          <a:solidFill>
            <a:srgbClr val="140A26"/>
          </a:solidFill>
          <a:ln w="12700">
            <a:solidFill>
              <a:srgbClr val="2D1A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344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O MERCADO TRADICIONAL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3520440" cy="822960"/>
          </a:xfrm>
          <a:prstGeom prst="rect">
            <a:avLst/>
          </a:prstGeom>
          <a:solidFill>
            <a:srgbClr val="1F0F3A"/>
          </a:solidFill>
          <a:ln w="12700">
            <a:solidFill>
              <a:srgbClr val="3D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647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 TRADICIONAL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0391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R$ 30-150k  |  3-18 meses  |  70% de falha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679192"/>
            <a:ext cx="3520440" cy="822960"/>
          </a:xfrm>
          <a:prstGeom prst="rect">
            <a:avLst/>
          </a:prstGeom>
          <a:solidFill>
            <a:srgbClr val="1F0F3A"/>
          </a:solidFill>
          <a:ln w="12700">
            <a:solidFill>
              <a:srgbClr val="3D2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523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02666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metodologia  |  Sem visao de negocio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666744"/>
            <a:ext cx="3520440" cy="822960"/>
          </a:xfrm>
          <a:prstGeom prst="rect">
            <a:avLst/>
          </a:prstGeom>
          <a:solidFill>
            <a:srgbClr val="1F0F3A"/>
          </a:solidFill>
          <a:ln w="12700">
            <a:solidFill>
              <a:srgbClr val="3D2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398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SAAS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01421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Generico  |  Sem personalizacao real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4840" y="1097280"/>
            <a:ext cx="4434840" cy="3749040"/>
          </a:xfrm>
          <a:prstGeom prst="rect">
            <a:avLst/>
          </a:prstGeom>
          <a:solidFill>
            <a:srgbClr val="0D0620"/>
          </a:solidFill>
          <a:ln w="19050">
            <a:solidFill>
              <a:srgbClr val="00F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34840" y="1097280"/>
            <a:ext cx="443484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2344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QUADRILATERAL IAH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69164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5 dias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9385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funcional. Produto completo em 1-4 semanas.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238658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4 Inteligencias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6334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Estrategista, Auditor, Musculo e Diretor deliberam antes de construir.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308152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Metodologia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32841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proprietario impossivel de copiar. Memoria composta por projeto.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377647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Custo minimo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40233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~R$330/mes de infra. Margem acima de 90%. Preco pelo valor entregue.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maioria das agencias constroi o que o cliente pede. Nos construimos o que o negocio precisa."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Planos &amp; Investimento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0" y="292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SOLUCOES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valores sao referencia - cada proposta e calibrada ao projeto, prazo e contexto do cliente.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651760" cy="3566160"/>
          </a:xfrm>
          <a:prstGeom prst="rect">
            <a:avLst/>
          </a:prstGeom>
          <a:solidFill>
            <a:srgbClr val="1F0F3A"/>
          </a:solidFill>
          <a:ln w="12700">
            <a:solidFill>
              <a:srgbClr val="3D20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2651760" cy="54864"/>
          </a:xfrm>
          <a:prstGeom prst="rect">
            <a:avLst/>
          </a:prstGeom>
          <a:solidFill>
            <a:srgbClr val="3D2060"/>
          </a:solidFill>
          <a:ln w="12700">
            <a:solidFill>
              <a:srgbClr val="3D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6304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4048" y="170078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SPRINT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048256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R$ 2.500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84048" y="257860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sessao intensiva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852928"/>
            <a:ext cx="2432304" cy="22860"/>
          </a:xfrm>
          <a:prstGeom prst="rect">
            <a:avLst/>
          </a:prstGeom>
          <a:solidFill>
            <a:srgbClr val="3D2060">
              <a:alpha val="60000"/>
            </a:srgbClr>
          </a:solidFill>
          <a:ln w="12700">
            <a:solidFill>
              <a:srgbClr val="3D2060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97180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 completo do negocio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331927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gargalos e oportunidades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36667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navegavel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401421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detalhado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436168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no build se avancar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72968" y="1371600"/>
            <a:ext cx="2651760" cy="3566160"/>
          </a:xfrm>
          <a:prstGeom prst="rect">
            <a:avLst/>
          </a:prstGeom>
          <a:solidFill>
            <a:srgbClr val="0D0620"/>
          </a:solidFill>
          <a:ln w="25400">
            <a:solidFill>
              <a:srgbClr val="00F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72968" y="1371600"/>
            <a:ext cx="265176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2696" y="146304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POPULAR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82696" y="170078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COMPLETO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82696" y="2048256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R$ 8.500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82696" y="257860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dias uteis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82696" y="2852928"/>
            <a:ext cx="2432304" cy="22860"/>
          </a:xfrm>
          <a:prstGeom prst="rect">
            <a:avLst/>
          </a:prstGeom>
          <a:solidFill>
            <a:srgbClr val="00F0FF">
              <a:alpha val="60000"/>
            </a:srgbClr>
          </a:solidFill>
          <a:ln w="12700">
            <a:solidFill>
              <a:srgbClr val="00F0FF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82696" y="297180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funcional + deploy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82696" y="331927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analises paralelas antes do codigo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82696" y="36667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Leis Soberanas ativas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82696" y="401421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Playbook incluso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82696" y="436168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 de ROI entregue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62472" y="1371600"/>
            <a:ext cx="2651760" cy="3566160"/>
          </a:xfrm>
          <a:prstGeom prst="rect">
            <a:avLst/>
          </a:prstGeom>
          <a:solidFill>
            <a:srgbClr val="140A26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62472" y="1371600"/>
            <a:ext cx="265176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146304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172200" y="170078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2048256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Sob consulta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6172200" y="257860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Recorrente mensal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2852928"/>
            <a:ext cx="2432304" cy="22860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97180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Evolucao continua do produto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331927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tecnico dedicado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36667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 mensal com ROI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401421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features por sprint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436168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prioritario ao Conselho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6400800" cy="6400800"/>
          </a:xfrm>
          <a:prstGeom prst="ellipse">
            <a:avLst/>
          </a:prstGeom>
          <a:solidFill>
            <a:srgbClr val="1A0B2E">
              <a:alpha val="70000"/>
            </a:srgbClr>
          </a:solidFill>
          <a:ln w="12700">
            <a:solidFill>
              <a:srgbClr val="1A0B2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1371600"/>
            <a:ext cx="5486400" cy="5486400"/>
          </a:xfrm>
          <a:prstGeom prst="ellipse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0" y="502920"/>
            <a:ext cx="2194560" cy="1234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0" y="1920240"/>
            <a:ext cx="3657600" cy="36576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Vamos construir juntos?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097280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 um Discovery Sprint e saia com o plano do seu projeto em 1 sessao.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97280" y="3383280"/>
            <a:ext cx="3291840" cy="1097280"/>
          </a:xfrm>
          <a:prstGeom prst="rect">
            <a:avLst/>
          </a:prstGeom>
          <a:solidFill>
            <a:srgbClr val="140A26"/>
          </a:solidFill>
          <a:ln w="12700">
            <a:solidFill>
              <a:srgbClr val="00F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97280" y="3383280"/>
            <a:ext cx="3291840" cy="4572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45643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261872" y="376732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subdiretor.mnmsgm@gmail.com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46320" y="3383280"/>
            <a:ext cx="3291840" cy="1097280"/>
          </a:xfrm>
          <a:prstGeom prst="rect">
            <a:avLst/>
          </a:prstGeom>
          <a:solidFill>
            <a:srgbClr val="140A26"/>
          </a:solidFill>
          <a:ln w="12700">
            <a:solidFill>
              <a:srgbClr val="00F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3383280"/>
            <a:ext cx="3291840" cy="4572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10912" y="345643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10912" y="376732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 |  Quadrilateral IAH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Tech  |  Quadrilateral IAH  |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Vanguard Tech - Apresentacao Comercial</dc:title>
  <dc:subject>PptxGenJS Presentation</dc:subject>
  <dc:creator>Vanguard Tech</dc:creator>
  <cp:lastModifiedBy>Vanguard Tech</cp:lastModifiedBy>
  <cp:revision>1</cp:revision>
  <dcterms:created xsi:type="dcterms:W3CDTF">2026-05-14T01:03:27Z</dcterms:created>
  <dcterms:modified xsi:type="dcterms:W3CDTF">2026-05-14T01:03:27Z</dcterms:modified>
</cp:coreProperties>
</file>